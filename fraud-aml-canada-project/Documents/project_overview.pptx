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Illustrative distribution (replace with your run's numbers)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Count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Critical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1100</c:v>
                </c:pt>
                <c:pt idx="2">
                  <c:v>340</c:v>
                </c:pt>
                <c:pt idx="3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B3-4B0C-9AF8-A497E1FCDF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066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Fraud &amp; AML Detection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Combining real Canadian fraud-report data with a synthetic transaction-scoring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and network-detection engine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434840"/>
            <a:ext cx="146304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Jatin Sagwal  |  Business/Data Analyst Portfolio Project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</a:rPr>
              <a:t>Fraud and money laundering are two disconnected workflows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</a:rPr>
              <a:t>Canadian banks lose hundreds of millions annually to fraud, while structured/layered money-laundering rings often go undetected because transaction alerts and account-network investigation happen as two separate, manual processes.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6AB"/>
                </a:solidFill>
              </a:rPr>
              <a:t>108,878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Reports to CAFC in 2024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651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526280" y="28346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6AB"/>
                </a:solidFill>
              </a:rPr>
              <a:t>$643.7M CAD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3520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Total reported losses (2024)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651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321040" y="28346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6AB"/>
                </a:solidFill>
              </a:rPr>
              <a:t>$10,000 CAD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21040" y="3520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FINTRAC structuring threshold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Source: Canadian Anti-Fraud Centre, 2024 Annual Statistical Report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Fraud &amp; AML Detection Dashboard — Canadian Banking Portfolio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</a:rPr>
              <a:t>A two-stage detect → investigate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00200" y="160020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6002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Transaction Scoring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Isolation Forest + XGBoost score every transaction for anomaly / fraud likelihood in near real time.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32004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4348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566160" y="2423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Network Construction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Flagged accounts are connected into a transaction graph (NetworkX), capturing who moves money to whom.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32004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9480" y="160020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2694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400800" y="2423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Ring Detection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2926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Louvain community detection finds tightly-connected account clusters — the signature of structuring/layering rings.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32004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04120" y="160020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101041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5256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235440" y="2423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Investigation Output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35440" y="2926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High-value rings generate a FINTRAC-STR-style investigation summary, ready for compliance review.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Fraud &amp; AML Detection Dashboard — Canadian Banking Portfolio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</a:rPr>
              <a:t>Real Canadian data + industry-standard synthetic engines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9260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Canadian Anti-Fraud Centre (CAFC)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Real — 350K+ incident reports, 2021–2025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Report volume, provincial trends, demographics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Statistics Canada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Real — population &amp; crime statistics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Per-capita normalization, macro context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PaySim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Synthetic — 6.3M labeled transactions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Transaction-level anomaly scoring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IBM AML Dataset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Synthetic — labeled laundering patterns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Account network &amp; ring detection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3CD"/>
          </a:solidFill>
          <a:ln w="12700">
            <a:solidFill>
              <a:srgbClr val="F0C36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77240" y="48463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4E00"/>
                </a:solidFill>
              </a:rPr>
              <a:t>Real bank transaction data cannot legally be obtained for a project like this (PIPEDA / Bank Act). Using synthetic engines for the transaction and network layers — while grounding volume, geography, and context in real CAFC/StatCan data — is standard practice in the fraud/AML analytics field.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Fraud &amp; AML Detection Dashboard — Canadian Banking Portfolio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</a:rPr>
              <a:t>THE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</a:rPr>
              <a:t>9 charts across 4 role-based 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09728" cy="19202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68680" y="17190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</a:rPr>
              <a:t>Fraud Operations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Report volume · Anomaly score distribution · Risk tiers · Structuring detection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109728" cy="19202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492240" y="17190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</a:rPr>
              <a:t>AML / Compliance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Province map · Account network graph · Ring size distribution · Investigation funnel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09728" cy="19202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868680" y="38679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</a:rPr>
              <a:t>Data Science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3891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Model precision / recall over 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172200" y="3703320"/>
            <a:ext cx="109728" cy="19202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492240" y="38679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</a:rPr>
              <a:t>Executive Summary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3891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Monthly KPIs · Trend · Funnel snapshot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Fraud &amp; AML Detection Dashboard — Canadian Banking Portfolio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</a:rPr>
              <a:t>SAMPLE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</a:rPr>
              <a:t>Transactions by risk tier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How to read this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223760" y="214884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Risk tiers come from anomaly-score quantiles (bottom 70% Low, next 20% Medium, next 8% High, top 2% Critical). Only High/Critical transactions enter the investigation funnel — keeping analyst workload focused on the transactions most likely to matter.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Fraud &amp; AML Detection Dashboard — Canadian Banking Portfolio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</a:rPr>
              <a:t>From flagged transaction to investigation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</a:rPr>
              <a:t>A transaction flagged by the anomaly model (8006345A0 → 800FC2A60, $19,496.68) led the network layer to surface a 5-account cluster moving ~$87,450 CAD through 3 intermediary hops in 4 days — including two same-day transactions structured just under the $10,000 CAD threshold.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60120" y="26700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</a:rPr>
              <a:t>Structuring: 2 transactions just under $10K, same day, same pair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960120" y="33101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</a:rPr>
              <a:t>Rapid movement: funds crossed 3 accounts in 4 days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960120" y="3950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</a:rPr>
              <a:t>Network isolation: cluster density far above surrounding network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64240" cy="914400"/>
          </a:xfrm>
          <a:prstGeom prst="round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22960" y="5138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Full FINTRAC-STR-style write-up: investigation_summary.pdf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Fraud &amp; AML Detection Dashboard — Canadian Banking Portfolio 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</a:rPr>
              <a:t>Tools mapped to each project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64008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</a:rPr>
              <a:t>Data cleaning &amp; features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846320" y="1600200"/>
            <a:ext cx="6766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029200" y="1645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</a:rPr>
              <a:t>Python, pandas, NumPy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206240" cy="64008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</a:rPr>
              <a:t>Anomaly / fraud scoring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2377440"/>
            <a:ext cx="6766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029200" y="2423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</a:rPr>
              <a:t>scikit-learn (Isolation Forest), XGBoost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4206240" cy="64008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</a:rPr>
              <a:t>Network &amp; ring detection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46320" y="3154680"/>
            <a:ext cx="6766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0292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</a:rPr>
              <a:t>NetworkX, python-louvain (Louvain)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4206240" cy="64008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</a:rPr>
              <a:t>Dashboard &amp; charts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46320" y="3931920"/>
            <a:ext cx="6766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029200" y="3977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</a:rPr>
              <a:t>Streamlit, Plotly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4206240" cy="64008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731520" y="4754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</a:rPr>
              <a:t>Version control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46320" y="4709160"/>
            <a:ext cx="6766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0292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</a:rPr>
              <a:t>Git / GitHub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Fraud &amp; AML Detection Dashboard — Canadian Banking Portfolio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3017520"/>
            <a:ext cx="1280160" cy="45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</a:rPr>
              <a:t>GitHub: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BD5E1"/>
                </a:solidFill>
              </a:rPr>
              <a:t>https://github.com/Sagwal-Jatin/Analytics_Work.git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</a:rPr>
              <a:t>Live dashboard: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streamlit run dashboard/app.py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</a:rPr>
              <a:t>Investigation write-up: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investigation_summary.pdf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</a:rPr>
              <a:t>LinkedIn: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4892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CA" dirty="0"/>
              <a:t>www.linkedin.com/in/jatin-sagwal-b89483319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715</Words>
  <Application>Microsoft Office PowerPoint</Application>
  <PresentationFormat>Widescreen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Jatin Sagwal</cp:lastModifiedBy>
  <cp:revision>2</cp:revision>
  <dcterms:created xsi:type="dcterms:W3CDTF">2026-07-25T02:17:44Z</dcterms:created>
  <dcterms:modified xsi:type="dcterms:W3CDTF">2026-07-25T03:36:11Z</dcterms:modified>
</cp:coreProperties>
</file>