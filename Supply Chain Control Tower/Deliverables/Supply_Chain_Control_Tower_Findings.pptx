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53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530"/>
                </a:solidFill>
                <a:latin typeface="Arial"/>
              </a:rPr>
              <a:t>Delivery Status Breakdown (All Orders)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Count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Late Delivery</c:v>
                </c:pt>
                <c:pt idx="1">
                  <c:v>Advance Shipping</c:v>
                </c:pt>
                <c:pt idx="2">
                  <c:v>Shipping On Time</c:v>
                </c:pt>
                <c:pt idx="3">
                  <c:v>Shipping Canceled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85000</c:v>
                </c:pt>
                <c:pt idx="1">
                  <c:v>35000</c:v>
                </c:pt>
                <c:pt idx="2">
                  <c:v>28000</c:v>
                </c:pt>
                <c:pt idx="3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AC-4707-940F-5574B1536D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53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530"/>
                </a:solidFill>
                <a:latin typeface="Arial"/>
              </a:rPr>
              <a:t>Approx. Deviation from 12-Month Baseline (July 2026)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Deviation from Baseline</c:v>
                </c:pt>
              </c:strCache>
            </c:strRef>
          </c:tx>
          <c:spPr>
            <a:solidFill>
              <a:srgbClr val="C445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Suez Canal</c:v>
                </c:pt>
                <c:pt idx="1">
                  <c:v>Bab-el-Mandeb</c:v>
                </c:pt>
                <c:pt idx="2">
                  <c:v>Panama Canal</c:v>
                </c:pt>
                <c:pt idx="3">
                  <c:v>Strait of Hormuz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-8</c:v>
                </c:pt>
                <c:pt idx="1">
                  <c:v>-22</c:v>
                </c:pt>
                <c:pt idx="2">
                  <c:v>-5</c:v>
                </c:pt>
                <c:pt idx="3">
                  <c:v>-95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02-4F1D-8BCD-7D2F8D73C0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77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CONTROL TOWER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from a Real-Time Logistics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Outdoor Co.  •  Portfolio Analysis Project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Tableau  |  Data: DataCo Global Supply Chain, IMF PortWatch, and public chokepoint disruption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exists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Outdoor Co. is a fictional mid-size outdoor gear retailer created to give this project a realistic business framing. Leadership tracked shipment status, inventory, and supplier performance through disconnected spreadsheets and manual reports — meaning disruptions were caught late, and there was no way to quantify cost or delay impact from global shipping crises.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consolidates that view into 5 connected pages, built on real public datasets.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508760"/>
            <a:ext cx="4023360" cy="960120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818120" y="1581912"/>
            <a:ext cx="1554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159,763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372600" y="1508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2697480"/>
            <a:ext cx="4023360" cy="960120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818120" y="2770632"/>
            <a:ext cx="1554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72600" y="2697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3886200"/>
            <a:ext cx="4023360" cy="960120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818120" y="3959352"/>
            <a:ext cx="1554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372600" y="38862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dashboard pages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5074920"/>
            <a:ext cx="4023360" cy="960120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818120" y="5148072"/>
            <a:ext cx="1554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372600" y="50749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chokepoints tracked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Control Tower  |  NorthPeak Outdoor Co. (Portfolio Project)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 Delivery Is 52 Points Below Target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54480" cy="1554480"/>
          </a:xfrm>
          <a:prstGeom prst="ellipse">
            <a:avLst/>
          </a:prstGeom>
          <a:solidFill>
            <a:srgbClr val="C4453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on-time delivery rate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95% target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159,763 historical orders, the majority of shipments (54%) were classified ‘Late delivery.’ This chronic gap — not an isolated event — is the core business problem this Control Tower was built to surface and monitor going forward.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309360" y="16916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Control Tower  |  NorthPeak Outdoor Co. (Portfolio Project)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Patterns Vary Sharply by Distribution Center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C4453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Vancouver &amp; Seattle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average delay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Healthiest on-time performance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 identified — mapping issue flagged for fix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mapping shipment delay by destination lets ops teams prioritize expediting decisions by location instead of reacting to individual late orders one at a time — and surfaced a real data-quality issue (a broken coordinate lookup for Toronto) that needed fixing before the map could be trusted.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Control Tower  |  NorthPeak Outdoor Co. (Portfolio Project)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On-Time Rates Cluster Tightly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16002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 on-time %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10 suppliers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(43.1% – 44.6%)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0881360" cy="2331720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10332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fictional supplier in this model was mapped to a single product category, so ‘supplier performance’ is effectively measuring category-level delivery behavior rather than true supplier variance. A production version of this dashboard would need multiple real suppliers per category to produce a meaningful reliability ranking. Flagging this limitation directly, rather than presenting the ranking as more decisive than it is, reflects the same data-integrity standard applied throughout this project.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Control Tower  |  NorthPeak Outdoor Co. (Portfolio Project)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Extremes at Both Ends of the Spectrum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554480" cy="155448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3.6yr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1600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inventory sitting in Toronto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(Camping &amp; Hiking category) —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~1,314 days of supply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737360"/>
            <a:ext cx="1554480" cy="1554480"/>
          </a:xfrm>
          <a:prstGeom prst="ellipse">
            <a:avLst/>
          </a:prstGeom>
          <a:solidFill>
            <a:srgbClr val="5C6B7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583680" y="1737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21040" y="16002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recorded for Golf Bags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Carts in 3 of 4 warehouses —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as insufficient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0881360" cy="2148840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risk model was expanded from 3 tiers (At Risk / Watch / Healthy) to 4, adding an ‘Overstock’ flag for anything exceeding 90 days of supply. Without it, a 3.6-year overstock position would have been misclassified as ‘Healthy’ — masking real working-capital risk that matters just as much as a stockout.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Control Tower  |  NorthPeak Outdoor Co. (Portfolio Project)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Chokepoint Disruption Is Real — and Understated When Blended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828800"/>
            <a:ext cx="4434840" cy="4114800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498080" y="205740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escalation in the Middle East, the Strait of Hormuz saw tanker traffic collapse by roughly 95% starting February 2026 — one of the most severe chokepoint disruptions on record.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0" y="361188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all 4 chokepoints into one average (–10% to –30%) significantly understates this — a key methodology lesson: aggregate metrics can hide the sharpest disruptions. Hormuz is shown separately here for that reason.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Control Tower  |  NorthPeak Outdoor Co. (Portfolio Project)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Smart Supply Chain (Kaggle)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23560" y="13258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order/shipment dataset — 159,763 rows, Jan 2015–Jan 2018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PortWatch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23560" y="21945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chokepoint transit volume — Suez, Bab-el-Mandeb, Hormuz, Panama, through July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063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Freightos Baltic Index / Drewry WCI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23560" y="30632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logged freight rate reference points (public indices, no bulk export available)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9319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Simulated: supplier &amp; inventory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3931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Category-mapped supplier list and starting inventory; demand calculated from real DataCo order volume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self-directed portfolio project. NorthPeak Outdoor Co. is a fictional persona built to give real, public data a realistic business framing — not a representation of an actual company's proprietary data.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Control Tower  |  NorthPeak Outdoor Co. (Portfolio Project)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on-time delivery gap first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8013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52-point gap to target is the single highest-leverage fix identified in this analysis.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42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4-tier inventory risk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971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is as costly as stockout — the current 3-tier model missed a 3.6-year overstock position entirely.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4864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7124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chokepoint disruption per-lane, not blended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142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aggregate view masked a 95% collapse at the Strait of Hormuz.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4864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8828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supplier diversity before trusting the scorecard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3126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supplier per category limits how meaningful reliability ranking can be.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Control Tower  |  NorthPeak Outdoor Co. (Portfolio Project)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9692640" y="3840480"/>
            <a:ext cx="4206240" cy="420624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dashboard available on Tableau Public.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and data pipeline on GitHub.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Sagwal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954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Jatin Sagwal</cp:lastModifiedBy>
  <cp:revision>2</cp:revision>
  <dcterms:created xsi:type="dcterms:W3CDTF">2026-08-05T23:55:57Z</dcterms:created>
  <dcterms:modified xsi:type="dcterms:W3CDTF">2026-08-07T14:32:49Z</dcterms:modified>
</cp:coreProperties>
</file>